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4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5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深海安全與資源開發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全球治理與國家戰略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深海資源的重要性</a:t>
            </a:r>
          </a:p>
          <a:p>
            <a:pPr/>
            <a:r>
              <a:t>2. 中國深海探索與技術成就</a:t>
            </a:r>
          </a:p>
          <a:p>
            <a:pPr/>
            <a:r>
              <a:t>3. 個人防疫措施</a:t>
            </a:r>
          </a:p>
          <a:p>
            <a:pPr/>
            <a:r>
              <a:t>4. 總結與展望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深海資源的重要性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/>
            <a:r>
              <a:t>深海資源包括金屬、油氣和可燃冰等</a:t>
            </a:r>
          </a:p>
          <a:p>
            <a:pPr/>
            <a:r>
              <a:t>對經濟和社會發展具有重大意義</a:t>
            </a:r>
          </a:p>
          <a:p>
            <a:pPr/>
            <a:r>
              <a:t>深海資源開發面臨的國際競爭與科技挑戰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中國深海探索與技術成就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中國通過深潛、深鑽、深網等手段維護深海安全，開發利用資源。科技成就如“蛟龍”號和“奮鬥者”號，標誌着中國深海探索的重要步驟。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個人防疫措施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做好個人衞生，勤洗手、戴口罩</a:t>
            </a:r>
          </a:p>
          <a:p>
            <a:pPr/>
            <a:r>
              <a:t>保持社交距離，避免人多擁擠的地方</a:t>
            </a:r>
          </a:p>
          <a:p>
            <a:pPr/>
            <a:r>
              <a:t>打疫苗，增強免疫力</a:t>
            </a:r>
          </a:p>
          <a:p>
            <a:pPr/>
            <a:r>
              <a:t>多留意身體狀況，不適及早求醫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總結與展望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TM10001114[[fn=Katalog]]</Template>
  <TotalTime>2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Katalog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Käch, Timon</dc:creator>
  <cp:lastModifiedBy>Lizhenghe Chen</cp:lastModifiedBy>
  <cp:revision>4</cp:revision>
  <dcterms:created xsi:type="dcterms:W3CDTF">2023-03-07T10:31:54Z</dcterms:created>
  <dcterms:modified xsi:type="dcterms:W3CDTF">2025-09-30T15:36:02Z</dcterms:modified>
</cp:coreProperties>
</file>