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49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9/30/2025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6" r:id="rId6"/>
    <p:sldLayoutId id="2147483658" r:id="rId7"/>
    <p:sldLayoutId id="2147483659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PID 控制的“抗飽和（Anti-Windup）機制”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原理、數學建模與工程實現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问题背景与数学模型</a:t>
            </a:r>
          </a:p>
          <a:p>
            <a:pPr/>
            <a:r>
              <a:t>2. 抗饱和目标与经典抗饱和策略</a:t>
            </a:r>
          </a:p>
          <a:p>
            <a:pPr/>
            <a:r>
              <a:t>3. 经典抗饱和策略：Back-Calculation</a:t>
            </a:r>
          </a:p>
          <a:p>
            <a:pPr/>
            <a:r>
              <a:t>4. 稳定性分析与离散实现</a:t>
            </a:r>
          </a:p>
          <a:p>
            <a:pPr/>
            <a:r>
              <a:t>5. 工程补充与小结</a:t>
            </a:r>
          </a:p>
          <a:p>
            <a:pPr/>
            <a:r>
              <a:t>6. 總結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问题背景与数学模型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积分饱和（Integral Wind-up）现象：执行器达到物理极限时，积分项 I(t) 迅速增大导致系统超调与振荡。</a:t>
            </a:r>
          </a:p>
          <a:p>
            <a:pPr/>
            <a:r>
              <a:t>标准 PID 控制器数学模型：$u(t) = K_p e(t) + K_i \int_0^t e(\tau)d\tau + K_d \frac{de(t)}{dt}$</a:t>
            </a:r>
          </a:p>
          <a:p>
            <a:pPr/>
            <a:r>
              <a:t>饱和时实际输出 $u_a(t) = sat(u(t)) = sign(u(t)) \cdot u_{max}$，导致 $u(t) \neq u_a(t)$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抗饱和目标与经典抗饱和策略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抗饱和目标</a:t>
            </a:r>
          </a:p>
          <a:p>
            <a:r>
              <a:t>在饱和阶段抑制积分项继续增长；在退出饱和后，系统应快速、平滑地回到线性工作区。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经典抗饱和策略：Back-Calculation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在标准 PID 之后插入“抗饱和反馈回路”，数学描述：$e_i(t) = e(t) + K_{aw}(u_a(t) - u(t))$，其中 $K_{aw}$ 为抗饱和增益（1/T_t，T_t 称为跟踪时间常数）。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稳定性分析与离散实现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线性化假设：$G_{aw}(s) = \frac{K_{aw}}{s + K_{aw}}$，抗饱和回路自身稳定；闭环稳定性由线性 PID 设计与 $K_{aw}$ 共同决定。</a:t>
            </a:r>
          </a:p>
          <a:p>
            <a:pPr/>
            <a:r>
              <a:t>推荐整定：$T_t \approx \sqrt{T_i T_d}$（Åström-Hägglund 规则），其中 $T_i = \frac{K_p}{K_i}$，$T_d = \frac{K_d}{K_p}$。</a:t>
            </a:r>
          </a:p>
          <a:p>
            <a:pPr/>
            <a:r>
              <a:t>离散实现（位置式算法）：伪代码（C 语法）展示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工程补充与小结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r>
              <a:t>工程补充</a:t>
            </a:r>
          </a:p>
          <a:p>
            <a:r>
              <a:t>对多变量系统，可将抗饱和扩展为“方向保持”算法（Directional Anti-Windup）。实际调试时，可通过阶跃测试观测：饱和阶段 I 分量应被限制；退出饱和后调节时间应缩短。对伺服电机，可结合电流环限幅、速度前馈，实现级联抗饱和。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總結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r>
              <a:t>抗饱和不是额外“补丁”，而是 PID 控制器在工程可实施性上的必要组成部分；其设计应遵循：(1) 建立饱和非线性模型；(2) 选择匹配的抗饱和结构（Back-Calculation、Clamping、Observer-based 等）；(3) 通过线性化或小增益定理验证稳定性；(4) 在实际硬件上闭环验证动态性能与鲁棒性。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og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TM10001114[[fn=Katalog]]</Template>
  <TotalTime>2</TotalTime>
  <Words>0</Words>
  <Application>Microsoft Office PowerPoint</Application>
  <PresentationFormat>宽屏</PresentationFormat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3" baseType="lpstr">
      <vt:lpstr>Arial</vt:lpstr>
      <vt:lpstr>Gill Sans MT</vt:lpstr>
      <vt:lpstr>Katalog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Käch, Timon</dc:creator>
  <cp:lastModifiedBy>Lizhenghe Chen</cp:lastModifiedBy>
  <cp:revision>4</cp:revision>
  <dcterms:created xsi:type="dcterms:W3CDTF">2023-03-07T10:31:54Z</dcterms:created>
  <dcterms:modified xsi:type="dcterms:W3CDTF">2025-09-30T15:36:02Z</dcterms:modified>
</cp:coreProperties>
</file>